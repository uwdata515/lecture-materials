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e813447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e8134472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e8134472b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e8134472b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e8134472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e8134472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e8134472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e8134472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8134472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e8134472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e8134472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e8134472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e8134472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e8134472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e8134472b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e8134472b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fector.com/normal-gossip-podcas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python-dotenv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cs.streamlit.io/develop/concepts/connections/secrets-management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actions/how-tos/write-workflows/choose-what-workflows-do/use-secret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Secrets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dirty="0"/>
              <a:t>Naomi Alterman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University of Washington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dirty="0"/>
              <a:t>March 10,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Sharing Secrets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82297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dirty="0"/>
              <a:t>Secrets?</a:t>
            </a:r>
            <a:endParaRPr sz="22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Passwords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API tokens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Access keys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…</a:t>
            </a:r>
            <a:endParaRPr sz="18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 b="1" dirty="0"/>
              <a:t>NEVER EVER IN A FILE IN YOUR GITHUB REPOSITORY!</a:t>
            </a:r>
            <a:endParaRPr sz="2200"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If a secret is ever leaked by uploading to GitHub repo, CHANGE IT</a:t>
            </a: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63A93-B039-B328-80E2-91F4F3355E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55" r="8985"/>
          <a:stretch>
            <a:fillRect/>
          </a:stretch>
        </p:blipFill>
        <p:spPr>
          <a:xfrm>
            <a:off x="4691269" y="1017725"/>
            <a:ext cx="3710608" cy="25652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D0D554-FD51-0467-9967-E9DF271B665E}"/>
              </a:ext>
            </a:extLst>
          </p:cNvPr>
          <p:cNvSpPr txBox="1"/>
          <p:nvPr/>
        </p:nvSpPr>
        <p:spPr>
          <a:xfrm>
            <a:off x="4671390" y="3556719"/>
            <a:ext cx="354495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/>
              <a:t>Art via </a:t>
            </a:r>
            <a:r>
              <a:rPr lang="en-US" sz="900" i="1" dirty="0">
                <a:hlinkClick r:id="rId4"/>
              </a:rPr>
              <a:t>https://defector.com/normal-gossip-podcast</a:t>
            </a:r>
            <a:endParaRPr lang="en-US" sz="9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Secret management tools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few secret sharing tools that you might see in the real world</a:t>
            </a:r>
            <a:endParaRPr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AWS Secrets Manager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HashiCorp Vault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1Password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 Cloud Secrets Manager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Doppler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Azure Key Vault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Infisical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secrets: environment variables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 variables are just variables in bash: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MY_VARIABLE=foobar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Access them with the dollar sign: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echo “$MY_VARIABLE”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are often used for storing secrets in Python:</a:t>
            </a:r>
            <a:endParaRPr/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os.getenv('GCP_PROJECT_ID')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.env files</a:t>
            </a: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Common way to store secrets as environment variables (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documentation</a:t>
            </a:r>
            <a:r>
              <a:rPr lang="en" dirty="0"/>
              <a:t>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Repo documentation must include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Which secrets are needed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Where to get the secrets from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Also an option: </a:t>
            </a:r>
            <a:r>
              <a:rPr lang="en" u="sng" dirty="0">
                <a:solidFill>
                  <a:schemeClr val="hlink"/>
                </a:solidFill>
                <a:hlinkClick r:id="rId4"/>
              </a:rPr>
              <a:t>Streamlit secrets.toml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 u="sng" dirty="0"/>
              <a:t>DO NOT UPLOAD A .env FILE TO GITHUB!!!!</a:t>
            </a:r>
            <a:endParaRPr b="1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.env file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520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# environment variables defined inside a .env file</a:t>
            </a:r>
            <a:endParaRPr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MY_PROJECT_ID=my-secret-project-id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AWS_ACCESS_TOKEN=supersecrettoken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CHATGPT_SECRET=123456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3147625"/>
            <a:ext cx="8520600" cy="17631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os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from dotenv import load_dotenv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load_dotenv()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AWS_ACCESS_TOKEN = os.getenv(AWS_ACCESS_TOKEN)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11700" y="2735950"/>
            <a:ext cx="85206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And then in Python: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6379100" y="1457850"/>
            <a:ext cx="2531400" cy="13974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FF0000"/>
                </a:solidFill>
              </a:rPr>
              <a:t>DO NOT UPLOAD THIS FILE TO GITHUB!!!!!</a:t>
            </a:r>
            <a:endParaRPr sz="19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.gitignore file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385550"/>
            <a:ext cx="8520600" cy="2343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# ignore .env files</a:t>
            </a:r>
            <a:endParaRPr sz="2200"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.env</a:t>
            </a:r>
            <a:endParaRPr sz="22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# for streamlit secrets, ignore the secrets file</a:t>
            </a:r>
            <a:endParaRPr sz="2200"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.streamlit/secrets.toml</a:t>
            </a:r>
            <a:endParaRPr sz="22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Secrets in Continuous Integration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about tests that need a secret?</a:t>
            </a:r>
            <a:endParaRPr dirty="0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Repo &gt; Settings &gt; Security &gt; Secrets &amp; Variables &gt; Actions &gt; Secrets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And then use it as an environment variable: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Using secrets in GitHub Actions</a:t>
            </a:r>
            <a:endParaRPr dirty="0"/>
          </a:p>
        </p:txBody>
      </p:sp>
      <p:sp>
        <p:nvSpPr>
          <p:cNvPr id="110" name="Google Shape;110;p20"/>
          <p:cNvSpPr txBox="1"/>
          <p:nvPr/>
        </p:nvSpPr>
        <p:spPr>
          <a:xfrm>
            <a:off x="870750" y="2764125"/>
            <a:ext cx="6621900" cy="13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steps: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- name: Hello world action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env: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SUPER_SECRET: ${{ secrets.SuperSecret }}</a:t>
            </a:r>
            <a:endParaRPr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Exercise: Any Secrets in Your Project?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proper secrets-management practice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.env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secrets.toml for Streamlit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.gitignore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 a new secret if you already uploaded to GitHub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Update the secret in GitHub for continuous integration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390</Words>
  <Application>Microsoft Office PowerPoint</Application>
  <PresentationFormat>On-screen Show (16:9)</PresentationFormat>
  <Paragraphs>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Simple Light</vt:lpstr>
      <vt:lpstr>Software Design for Data Science</vt:lpstr>
      <vt:lpstr>Sharing Secrets</vt:lpstr>
      <vt:lpstr>Secret management tools</vt:lpstr>
      <vt:lpstr>Using secrets: environment variables</vt:lpstr>
      <vt:lpstr>.env files</vt:lpstr>
      <vt:lpstr>Example .env file</vt:lpstr>
      <vt:lpstr>Example .gitignore file</vt:lpstr>
      <vt:lpstr>Secrets in Continuous Integration</vt:lpstr>
      <vt:lpstr>Exercise: Any Secrets in Your Project?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5</cp:revision>
  <dcterms:modified xsi:type="dcterms:W3CDTF">2026-03-09T17:06:31Z</dcterms:modified>
</cp:coreProperties>
</file>