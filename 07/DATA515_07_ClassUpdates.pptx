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57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b98cac9cd8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b98cac9cd8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b98cac9cd8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b98cac9cd8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6902ce950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6902ce950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b98cac9cd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b98cac9cd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Software Design for Data Science</a:t>
            </a: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updates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-US" dirty="0"/>
              <a:t>Naomi Alterman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 dirty="0"/>
              <a:t>University of Washington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 dirty="0"/>
              <a:t>February 17,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Presentation Details</a:t>
            </a:r>
            <a:endParaRPr dirty="0"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 realized that final project presentations conflicted with the Capstone Project fair (whic</a:t>
            </a:r>
            <a:r>
              <a:rPr lang="en-US" dirty="0"/>
              <a:t>h</a:t>
            </a:r>
            <a:r>
              <a:rPr lang="en" dirty="0"/>
              <a:t> we want you to be able to attend!!) so we moved our class’s final presentations up a day earlier: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Final presentations will be Monday March 16, 5-8pm</a:t>
            </a:r>
            <a:r>
              <a:rPr lang="en" dirty="0"/>
              <a:t>, which is now properly updated on the calendar and course website.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	</a:t>
            </a:r>
            <a:r>
              <a:rPr lang="en" b="1" dirty="0"/>
              <a:t>NOT as on MyUW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b="1" dirty="0"/>
              <a:t>Let me know now </a:t>
            </a:r>
            <a:r>
              <a:rPr lang="en" dirty="0"/>
              <a:t>if you have issues with the scheduling!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Due today: project software design exercise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1"/>
          </p:nvPr>
        </p:nvSpPr>
        <p:spPr>
          <a:xfrm>
            <a:off x="305074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You’ve uploaded to GitHub, right</a:t>
            </a:r>
            <a:r>
              <a:rPr lang="en-US" sz="2200" dirty="0"/>
              <a:t>😉</a:t>
            </a:r>
            <a:r>
              <a:rPr lang="en" sz="2200" dirty="0"/>
              <a:t>?</a:t>
            </a:r>
            <a:endParaRPr sz="2200" dirty="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We’ll take a look and give you a grade, as well as any notes on your proposed design.</a:t>
            </a:r>
            <a:endParaRPr sz="2200" dirty="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You may fix any issues for regrade during the final project evaluation</a:t>
            </a:r>
            <a:endParaRPr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week: initial project demo</a:t>
            </a:r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3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Goal: show off what you’ve done so far + Technology Review</a:t>
            </a:r>
            <a:endParaRPr sz="2200" dirty="0"/>
          </a:p>
          <a:p>
            <a:pPr lvl="1" indent="-342900">
              <a:buSzPts val="1800"/>
            </a:pPr>
            <a:r>
              <a:rPr lang="en" sz="1800" dirty="0"/>
              <a:t>…you’ve done something so far, right</a:t>
            </a:r>
            <a:r>
              <a:rPr lang="en-US" sz="1800" dirty="0"/>
              <a:t> 😉😮</a:t>
            </a:r>
            <a:r>
              <a:rPr lang="en" sz="1800" dirty="0"/>
              <a:t>?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It doesn’t have to be anywhere near complete!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But it should do something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Be prepared to talk through your Technology Review</a:t>
            </a:r>
            <a:endParaRPr sz="1800" dirty="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How it will work</a:t>
            </a:r>
            <a:endParaRPr sz="22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The TA and I will walk around the room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You’ll demonstrate your project to either Riyosha or me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Low stress!</a:t>
            </a:r>
            <a:endParaRPr sz="1800" dirty="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 dirty="0"/>
              <a:t>Grading: participation</a:t>
            </a:r>
            <a:endParaRPr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Standups!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221</Words>
  <Application>Microsoft Office PowerPoint</Application>
  <PresentationFormat>On-screen Show (16:9)</PresentationFormat>
  <Paragraphs>27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Simple Light</vt:lpstr>
      <vt:lpstr>Software Design for Data Science</vt:lpstr>
      <vt:lpstr>Final Presentation Details</vt:lpstr>
      <vt:lpstr>Due today: project software design exercise</vt:lpstr>
      <vt:lpstr>Next week: initial project demo</vt:lpstr>
      <vt:lpstr>Standups!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4</cp:revision>
  <dcterms:modified xsi:type="dcterms:W3CDTF">2026-02-17T07:24:37Z</dcterms:modified>
</cp:coreProperties>
</file>