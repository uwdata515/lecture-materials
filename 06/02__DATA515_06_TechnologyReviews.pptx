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084ccb5c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084ccb5c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067d6d21e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067d6d21e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067d6d21e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067d6d21e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084ccb5ccf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084ccb5ccf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084ccb5cc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084ccb5cc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084ccb5cc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084ccb5cc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084ccb5cc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084ccb5cc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084ccb5cc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084ccb5cc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084ccb5cc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084ccb5cc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084ccb5ccf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084ccb5ccf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084ccb5cc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084ccb5cc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0a230e35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0a230e35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i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22311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25" y="114901"/>
            <a:ext cx="3203124" cy="2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6596" y="4663214"/>
            <a:ext cx="584554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5825" y="95825"/>
            <a:ext cx="8925324" cy="4961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uwdata515.github.io/projects.html#technology-review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Software Design for Data Science</a:t>
            </a:r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Reviews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2"/>
          </p:nvPr>
        </p:nvSpPr>
        <p:spPr>
          <a:xfrm>
            <a:off x="311700" y="36636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/>
              <a:t>Melissa Winstanley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/>
              <a:t>University of Washington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/>
              <a:t>February 3,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Project Situation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You need to write code to do &lt;X&gt;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It’s really hard to write the code for &lt;X&gt; from scratch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You search online for existing Python packages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You find that you could use packages &lt;A&gt;, &lt;B&gt;, or &lt;C&gt;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Which do you use?</a:t>
            </a:r>
            <a:endParaRPr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technology reviews?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Package research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Package evaluation for deployment in a project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Contents</a:t>
            </a:r>
            <a:endParaRPr sz="22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Background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Choices comparison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Decision &amp; why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Drawbacks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technology reviews?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Helps you make a good choice between different package options!</a:t>
            </a:r>
            <a:endParaRPr sz="22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Solves the use case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Avoids pitfalls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Technology Review Format: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Markdown Report + Demo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Markdown Section 1: Background &amp; Use Case</a:t>
            </a: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What’s your application?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 use case are you trying to solve?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 about it needs a Python library?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Markdown Section 2: Python Package Choices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Find 2-3 Python libraries that potentially address your use case</a:t>
            </a:r>
            <a:endParaRPr sz="18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Describe the libraries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Name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Author (if known - eg a particular company)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Brief summary of library’s purpose (check out the README!)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Markdown Section 3: Package Comparison</a:t>
            </a:r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Side-by-side comparisons of the technologies (pros/cons)</a:t>
            </a:r>
            <a:endParaRPr sz="22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000"/>
              <a:buChar char="○"/>
            </a:pPr>
            <a:r>
              <a:rPr lang="en" sz="2000" i="1">
                <a:solidFill>
                  <a:srgbClr val="980000"/>
                </a:solidFill>
              </a:rPr>
              <a:t>This will require that you actually install and use the technologies!</a:t>
            </a:r>
            <a:endParaRPr sz="2000" i="1">
              <a:solidFill>
                <a:srgbClr val="980000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Things to think about, as a starting point:</a:t>
            </a:r>
            <a:endParaRPr sz="22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Addresses all requirements of your project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Compatibility with other elements of the project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Ease of use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Computational efficiency for the scale of data you’ll be using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No software bugs that will impair your use case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Availability of relevant examples</a:t>
            </a:r>
            <a:endParaRPr sz="18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Look at open issues on GitHub</a:t>
            </a:r>
            <a:endParaRPr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Markdown Section 4: Your Choice</a:t>
            </a:r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 did you choose to use?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Why did you choose it?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Markdown Section 5: Drawbacks/Remaining Concerns</a:t>
            </a: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Is there anything in the “con” list to be concerned about?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Will you have to mitigate any drawbacks?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What will you watch out for?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Demonstration</a:t>
            </a:r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5782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Screen recording or you using the package</a:t>
            </a:r>
            <a:endParaRPr sz="2200"/>
          </a:p>
          <a:p>
            <a:pPr marL="457200" lvl="0" indent="-35782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Show us how the package might work for you</a:t>
            </a:r>
            <a:endParaRPr sz="2200"/>
          </a:p>
          <a:p>
            <a:pPr marL="457200" lvl="0" indent="-35782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Could be:</a:t>
            </a:r>
            <a:endParaRPr sz="2200"/>
          </a:p>
          <a:p>
            <a:pPr marL="914400" lvl="1" indent="-34607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Input =&gt; run code =&gt; output</a:t>
            </a:r>
            <a:endParaRPr sz="2000"/>
          </a:p>
          <a:p>
            <a:pPr marL="1371600" lvl="2" indent="-346075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2000"/>
              <a:t>Processing libraries</a:t>
            </a:r>
            <a:endParaRPr sz="2000"/>
          </a:p>
          <a:p>
            <a:pPr marL="1371600" lvl="2" indent="-346075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2000"/>
              <a:t>ML libraries</a:t>
            </a:r>
            <a:endParaRPr sz="2000"/>
          </a:p>
          <a:p>
            <a:pPr marL="914400" lvl="1" indent="-34607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Visual demonstration</a:t>
            </a:r>
            <a:endParaRPr sz="2000"/>
          </a:p>
          <a:p>
            <a:pPr marL="1371600" lvl="2" indent="-346075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2000"/>
              <a:t>Map</a:t>
            </a:r>
            <a:endParaRPr sz="2000"/>
          </a:p>
          <a:p>
            <a:pPr marL="1371600" lvl="2" indent="-346075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2000"/>
              <a:t>Web app</a:t>
            </a:r>
            <a:endParaRPr sz="2000"/>
          </a:p>
          <a:p>
            <a:pPr marL="1371600" lvl="2" indent="-346075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2000"/>
              <a:t>Graphing/visualizations</a:t>
            </a:r>
            <a:endParaRPr sz="2000"/>
          </a:p>
          <a:p>
            <a:pPr marL="1371600" lvl="2" indent="-346075" algn="l" rtl="0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z="2000"/>
              <a:t>Command line interaction</a:t>
            </a:r>
            <a:endParaRPr sz="2000"/>
          </a:p>
          <a:p>
            <a:pPr marL="914400" lvl="1" indent="-346075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00"/>
              <a:t>etc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Review: Summary</a:t>
            </a:r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Markdown document + screen recording demo, due by 2/24,</a:t>
            </a:r>
            <a:br>
              <a:rPr lang="en" dirty="0"/>
            </a:br>
            <a:r>
              <a:rPr lang="en" dirty="0"/>
              <a:t>		with in-class demonstration for instructors </a:t>
            </a:r>
            <a:endParaRPr dirty="0"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i="1" dirty="0"/>
              <a:t>But I STRONGLY encourage you to do the work sooner!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Background &amp; Use Case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Python Package Choices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Package Comparison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Your Choice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Drawbacks/Remaining Concerns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Demo of the Package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Pick an interesting use case - NOT something that requires pandas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details and instructions on the course website</a:t>
            </a:r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https://uwdata515.github.io/projects.html#technology-review</a:t>
            </a:r>
            <a:r>
              <a:rPr lang="en"/>
              <a:t>	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Microsoft Office PowerPoint</Application>
  <PresentationFormat>On-screen Show (16:9)</PresentationFormat>
  <Paragraphs>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Software Design for Data Science</vt:lpstr>
      <vt:lpstr>A Project Situation</vt:lpstr>
      <vt:lpstr>What are technology reviews?</vt:lpstr>
      <vt:lpstr>Why technology reviews?</vt:lpstr>
      <vt:lpstr>Your Technology Review Format: Markdown Report + Demo</vt:lpstr>
      <vt:lpstr>Markdown Section 1: Background &amp; Use Case</vt:lpstr>
      <vt:lpstr>Markdown Section 2: Python Package Choices</vt:lpstr>
      <vt:lpstr>Markdown Section 3: Package Comparison</vt:lpstr>
      <vt:lpstr>Markdown Section 4: Your Choice</vt:lpstr>
      <vt:lpstr>Markdown Section 5: Drawbacks/Remaining Concerns</vt:lpstr>
      <vt:lpstr>Package Demonstration</vt:lpstr>
      <vt:lpstr>Technology Review: Summary</vt:lpstr>
      <vt:lpstr>More details and instructions on the course website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Naomi Alterman</cp:lastModifiedBy>
  <cp:revision>1</cp:revision>
  <dcterms:modified xsi:type="dcterms:W3CDTF">2026-02-10T09:24:42Z</dcterms:modified>
</cp:coreProperties>
</file>