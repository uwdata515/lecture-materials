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3886b205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3886b205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03886b205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03886b205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03886b205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03886b205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3886b205e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03886b205e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03886b205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03886b205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3886b205e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3886b205e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3886b205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3886b205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3886b205e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3886b205e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3886b205e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3886b205e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066492aa3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066492aa3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66492aa3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66492aa3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66492aa3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066492aa3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66492aa3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66492aa3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Collaboration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February 10,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Standups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standup?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1-2 minutes per person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standups?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Communicate status and actions within and between teams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I say in a standup?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Progress you’ve made since the last standup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it compares with the plan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behind plan, how to compensate to make plan end date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Deliverables for next period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Challenges to making next deliverables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Technology uncertainties and blockers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Team issues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"/>
                                        <p:tgtEl>
                                          <p:spTgt spid="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Standups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class!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Issues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7"/>
            <a:ext cx="8520600" cy="362428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1353250" y="2200625"/>
            <a:ext cx="784200" cy="442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Issues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Good way to keep track of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Milestones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Tasks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Bugs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If you link to an issue in a PR, it will auto-link the two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Use it if you like!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Pull Requests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Pull Request = “PR”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Yeah, it’s a confusing name: “hey repo owners, please PULL my change into main”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What’s in the description of a PR?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Background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Describe what change you are making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Describe how that change affects the application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Test plan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How did you test the code?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Include specific commands that you ran, and the output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ALWAYS!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Only push directly to main in a true emergency (not in this class!)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option: draft pull requests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1874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you’re not fully ready to submit it for code review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400" y="1017734"/>
            <a:ext cx="6759925" cy="39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6490175" y="4290125"/>
            <a:ext cx="2456100" cy="572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Reviews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code review?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Someone looks at, comments on, and approves a PR - NOT one person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code review?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bugs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improve code quality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you comment on in a code review?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Bugs or missing pieces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Style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Choice of variable and function names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Code readability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PR doesn’t have a test plan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improve reuse and efficiency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use existing Python packages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Protection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Protect 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2200"/>
              <a:t> against accidents!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Require pull requests and code reviews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Common in the real world</a:t>
            </a:r>
            <a:endParaRPr sz="2200"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51" y="3068950"/>
            <a:ext cx="8598477" cy="10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Protection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GitHub Repository Page &gt; Settings &gt; Branches &gt; Add branch protection rule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038" y="1489150"/>
            <a:ext cx="6097375" cy="30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6118900" y="1632900"/>
            <a:ext cx="2461200" cy="1877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</a:rPr>
              <a:t>Do this now for your exercise repository!</a:t>
            </a:r>
            <a:endParaRPr sz="2200">
              <a:solidFill>
                <a:srgbClr val="98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</a:rPr>
              <a:t>Do this on your project repository!</a:t>
            </a:r>
            <a:endParaRPr sz="2200">
              <a:solidFill>
                <a:srgbClr val="980000"/>
              </a:solidFill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2550" y="4248399"/>
            <a:ext cx="7411449" cy="6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strategies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chat mechanism for informal, quick communication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doesn’t really work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Slack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Microsoft Teams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Discord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Google Chat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hesitate to hop on a Zoom to follow-up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 as communication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documentation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Pull request description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programming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people, one keyboard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Fewer mistakes with more eyes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for both people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Consider trying it for difficult tasks!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who has hands on keyboard at least every 30 minutes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talking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feedback</a:t>
            </a: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 responses to communication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reviews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Constructive criticism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Consider (gently) giving teammates feedback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observations, not generalization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Sandwich approach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Listen to the response!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wait until the survey at the end of the quarter!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750" y="1360173"/>
            <a:ext cx="3016601" cy="18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Summary</a:t>
            </a:r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Standups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GitHub issues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Pull requests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 programming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 feedback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480</Words>
  <Application>Microsoft Office PowerPoint</Application>
  <PresentationFormat>On-screen Show (16:9)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Simple Light</vt:lpstr>
      <vt:lpstr>Software Design for Data Science</vt:lpstr>
      <vt:lpstr>Standups</vt:lpstr>
      <vt:lpstr>Standups</vt:lpstr>
      <vt:lpstr>GitHub Issues</vt:lpstr>
      <vt:lpstr>GitHub Issues</vt:lpstr>
      <vt:lpstr>GitHub Pull Requests</vt:lpstr>
      <vt:lpstr>Good option: draft pull requests</vt:lpstr>
      <vt:lpstr>Code Reviews</vt:lpstr>
      <vt:lpstr>Branch Protection</vt:lpstr>
      <vt:lpstr>Branch Protection</vt:lpstr>
      <vt:lpstr>Communication strategies</vt:lpstr>
      <vt:lpstr>Pair programming</vt:lpstr>
      <vt:lpstr>Fast feedback</vt:lpstr>
      <vt:lpstr>Collaboration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1</cp:revision>
  <dcterms:modified xsi:type="dcterms:W3CDTF">2026-02-10T09:12:09Z</dcterms:modified>
</cp:coreProperties>
</file>