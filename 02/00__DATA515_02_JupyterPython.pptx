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442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cb6028478a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cb6028478a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cb6028478a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cb6028478a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cb6028478a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cb6028478a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cb6028478a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cb6028478a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22311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25" y="114901"/>
            <a:ext cx="3203124" cy="21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6596" y="4663214"/>
            <a:ext cx="584554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>
            <a:spLocks noGrp="1"/>
          </p:cNvSpPr>
          <p:nvPr>
            <p:ph type="subTitle" idx="2"/>
          </p:nvPr>
        </p:nvSpPr>
        <p:spPr>
          <a:xfrm>
            <a:off x="311700" y="36636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i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 b="22311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25" y="114901"/>
            <a:ext cx="3203124" cy="21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6596" y="4663214"/>
            <a:ext cx="584554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95825" y="95825"/>
            <a:ext cx="8925324" cy="4961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uwdata515.github.io/schedule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Software Design for Data Science</a:t>
            </a:r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Jupyter &amp; Python</a:t>
            </a:r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2"/>
          </p:nvPr>
        </p:nvSpPr>
        <p:spPr>
          <a:xfrm>
            <a:off x="311700" y="36636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 dirty="0"/>
              <a:t>Naomi Alterman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dirty="0"/>
              <a:t>University of Washington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dirty="0"/>
              <a:t>January 13, 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ideas?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/>
              <a:t>Has anyone thought about what data or topics they might want to explore for the course project?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Reminder: Homework was due before class!</a:t>
            </a:r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3"/>
              </a:rPr>
              <a:t>https://uwdata515.github.io/schedule.html</a:t>
            </a:r>
            <a:endParaRPr sz="2400"/>
          </a:p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Can submit up to 1 week late for -20%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Look for your grades by this weekend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After you receive your grade, you have 1 week to optionally revise your homework for up to full credit (see the syllabus/grading page)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Lecture: Jupyter notebooks intro</a:t>
            </a:r>
            <a:endParaRPr sz="22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5B0F00"/>
              </a:buClr>
              <a:buSzPts val="1800"/>
              <a:buChar char="○"/>
            </a:pPr>
            <a:r>
              <a:rPr lang="en" sz="1800">
                <a:solidFill>
                  <a:srgbClr val="5B0F00"/>
                </a:solidFill>
              </a:rPr>
              <a:t>Breakout: Python math</a:t>
            </a:r>
            <a:endParaRPr sz="1800">
              <a:solidFill>
                <a:srgbClr val="5B0F00"/>
              </a:solidFill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200"/>
              <a:buChar char="●"/>
            </a:pPr>
            <a:r>
              <a:rPr lang="en" sz="2200">
                <a:solidFill>
                  <a:srgbClr val="999999"/>
                </a:solidFill>
              </a:rPr>
              <a:t>Break: 5 minutes</a:t>
            </a:r>
            <a:endParaRPr sz="2200">
              <a:solidFill>
                <a:srgbClr val="999999"/>
              </a:solidFill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Lecture: Python data types &amp; flow control</a:t>
            </a:r>
            <a:endParaRPr sz="22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5B0F00"/>
              </a:buClr>
              <a:buSzPts val="1800"/>
              <a:buChar char="○"/>
            </a:pPr>
            <a:r>
              <a:rPr lang="en" sz="1800">
                <a:solidFill>
                  <a:srgbClr val="5B0F00"/>
                </a:solidFill>
              </a:rPr>
              <a:t>Breakout: Python flow control</a:t>
            </a:r>
            <a:endParaRPr sz="1800">
              <a:solidFill>
                <a:srgbClr val="5B0F00"/>
              </a:solidFill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200"/>
              <a:buChar char="●"/>
            </a:pPr>
            <a:r>
              <a:rPr lang="en" sz="2200">
                <a:solidFill>
                  <a:srgbClr val="999999"/>
                </a:solidFill>
              </a:rPr>
              <a:t>Break: 15 minutes</a:t>
            </a:r>
            <a:endParaRPr sz="2200">
              <a:solidFill>
                <a:srgbClr val="999999"/>
              </a:solidFill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Lecture: numpy &amp; pandas</a:t>
            </a:r>
            <a:endParaRPr sz="22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5B0F00"/>
              </a:buClr>
              <a:buSzPts val="1800"/>
              <a:buChar char="○"/>
            </a:pPr>
            <a:r>
              <a:rPr lang="en" sz="1800">
                <a:solidFill>
                  <a:srgbClr val="5B0F00"/>
                </a:solidFill>
              </a:rPr>
              <a:t>Breakout: data visualization &amp; manipulation</a:t>
            </a:r>
            <a:endParaRPr sz="1800">
              <a:solidFill>
                <a:srgbClr val="5B0F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now - no more slides!</a:t>
            </a:r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/>
              <a:t>Jupyter, here we come!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</Words>
  <Application>Microsoft Office PowerPoint</Application>
  <PresentationFormat>On-screen Show (16:9)</PresentationFormat>
  <Paragraphs>23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Simple Light</vt:lpstr>
      <vt:lpstr>Software Design for Data Science</vt:lpstr>
      <vt:lpstr>Project ideas?</vt:lpstr>
      <vt:lpstr>Reminder: Homework was due before class!</vt:lpstr>
      <vt:lpstr>Today</vt:lpstr>
      <vt:lpstr>And now - no more slides!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Naomi Alterman</cp:lastModifiedBy>
  <cp:revision>2</cp:revision>
  <dcterms:modified xsi:type="dcterms:W3CDTF">2026-01-13T09:10:35Z</dcterms:modified>
</cp:coreProperties>
</file>