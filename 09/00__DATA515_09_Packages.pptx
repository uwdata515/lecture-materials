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1" y="1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24613b6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24613b6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24613b61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24613b61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e0c99e00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ee0c99e00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ee0c99e000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ee0c99e000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e0c99e000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e0c99e000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e0c99e00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ee0c99e00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e0c99e000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ee0c99e000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ee0c99e000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ee0c99e000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a08891e4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a08891e4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ee0c99e000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ee0c99e000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ee0c99e00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ee0c99e00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a08891e4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a08891e4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ckaging.python.org/en/latest/tutorials/packaging-project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WDATA515/ci_example/blob/main/pyproject.to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mpy/num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pylint-dev/pylint" TargetMode="External"/><Relationship Id="rId4" Type="http://schemas.openxmlformats.org/officeDocument/2006/relationships/hyperlink" Target="https://github.com/pandas-dev/panda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etuptools.pypa.io/en/latest/userguide/index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Packages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March 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Updates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50677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week: Practice Presentations</a:t>
            </a:r>
            <a:endParaRPr dirty="0"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Similar to your first demo - low stress</a:t>
            </a:r>
            <a:endParaRPr dirty="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You should ALSO have a first draft of your presentation</a:t>
            </a:r>
            <a:endParaRPr dirty="0"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Definitely does not need to be complete, but we want to see the beginning</a:t>
            </a:r>
            <a:endParaRPr dirty="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is also your time to have any last minute discussions with instructors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Requirements: stuff we’ve learned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Just to reiterate: you must include the following in your projects.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Tests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High test coverage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High coverage is not </a:t>
            </a:r>
            <a:r>
              <a:rPr lang="en" sz="1600" i="1" dirty="0"/>
              <a:t>sufficient</a:t>
            </a:r>
            <a:r>
              <a:rPr lang="en" sz="1600" dirty="0"/>
              <a:t> - make sure you write good tests</a:t>
            </a:r>
            <a:endParaRPr sz="16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README</a:t>
            </a:r>
            <a:endParaRPr b="1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Updated!</a:t>
            </a:r>
            <a:endParaRPr sz="16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Inline documentation (docstrings)</a:t>
            </a:r>
            <a:endParaRPr b="1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For functions/modules</a:t>
            </a:r>
            <a:endParaRPr sz="1600" dirty="0"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examples</a:t>
            </a:r>
            <a:r>
              <a:rPr lang="en" dirty="0"/>
              <a:t> folder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How do various users interact with your system?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How do we (the instructors) run the code and tests?</a:t>
            </a:r>
            <a:endParaRPr sz="16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Style</a:t>
            </a:r>
            <a:r>
              <a:rPr lang="en" dirty="0"/>
              <a:t>: pylint 100%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Continuous Integration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Pull requests &amp; reviews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Packaging </a:t>
            </a:r>
            <a:r>
              <a:rPr lang="en" i="1" dirty="0"/>
              <a:t>(today!)</a:t>
            </a:r>
            <a:endParaRPr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4685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Distributing a Python application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301" y="337687"/>
            <a:ext cx="5455400" cy="461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PyPI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418" y="281400"/>
            <a:ext cx="7374208" cy="46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project structure for PyPI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tests/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3" name="Google Shape;103;p19"/>
          <p:cNvGrpSpPr/>
          <p:nvPr/>
        </p:nvGrpSpPr>
        <p:grpSpPr>
          <a:xfrm>
            <a:off x="3410259" y="1525200"/>
            <a:ext cx="5125784" cy="1169700"/>
            <a:chOff x="2080297" y="1040950"/>
            <a:chExt cx="6756900" cy="1169700"/>
          </a:xfrm>
        </p:grpSpPr>
        <p:sp>
          <p:nvSpPr>
            <p:cNvPr id="104" name="Google Shape;104;p19"/>
            <p:cNvSpPr txBox="1"/>
            <p:nvPr/>
          </p:nvSpPr>
          <p:spPr>
            <a:xfrm>
              <a:off x="3593497" y="1040950"/>
              <a:ext cx="5243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Contains metadata for the package for PyPI. This metadata is then piped to a package builder - often </a:t>
              </a:r>
              <a:r>
                <a:rPr lang="en" sz="1600">
                  <a:latin typeface="Courier New"/>
                  <a:ea typeface="Courier New"/>
                  <a:cs typeface="Courier New"/>
                  <a:sym typeface="Courier New"/>
                </a:rPr>
                <a:t>setuptools</a:t>
              </a:r>
              <a:r>
                <a:rPr lang="en" sz="1600"/>
                <a:t> but there are others like </a:t>
              </a:r>
              <a:r>
                <a:rPr lang="en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hatchling</a:t>
              </a:r>
              <a:endParaRPr sz="1600"/>
            </a:p>
          </p:txBody>
        </p:sp>
        <p:cxnSp>
          <p:nvCxnSpPr>
            <p:cNvPr id="105" name="Google Shape;105;p19"/>
            <p:cNvCxnSpPr>
              <a:stCxn id="104" idx="1"/>
            </p:cNvCxnSpPr>
            <p:nvPr/>
          </p:nvCxnSpPr>
          <p:spPr>
            <a:xfrm rot="10800000">
              <a:off x="2080297" y="1619200"/>
              <a:ext cx="1513200" cy="6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6" name="Google Shape;106;p19"/>
          <p:cNvSpPr txBox="1"/>
          <p:nvPr/>
        </p:nvSpPr>
        <p:spPr>
          <a:xfrm>
            <a:off x="453575" y="4535875"/>
            <a:ext cx="84471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https://packaging.python.org/en/latest/tutorials/packaging-projects/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project structure for PyPI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295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tests/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3" name="Google Shape;113;p20"/>
          <p:cNvGrpSpPr/>
          <p:nvPr/>
        </p:nvGrpSpPr>
        <p:grpSpPr>
          <a:xfrm>
            <a:off x="3029667" y="2571750"/>
            <a:ext cx="5921897" cy="1662300"/>
            <a:chOff x="2064766" y="2116025"/>
            <a:chExt cx="7315500" cy="1662300"/>
          </a:xfrm>
        </p:grpSpPr>
        <p:sp>
          <p:nvSpPr>
            <p:cNvPr id="114" name="Google Shape;114;p20"/>
            <p:cNvSpPr txBox="1"/>
            <p:nvPr/>
          </p:nvSpPr>
          <p:spPr>
            <a:xfrm>
              <a:off x="3403966" y="2116025"/>
              <a:ext cx="59763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Contains absolute dependencies, especially useful if you’re publishing an application.</a:t>
              </a:r>
              <a:endParaRPr sz="16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Can be generated using:</a:t>
              </a:r>
              <a:endParaRPr sz="16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highlight>
                    <a:schemeClr val="dk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conda list --export &gt; requirements.txt</a:t>
              </a:r>
              <a:endParaRPr sz="16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OR</a:t>
              </a:r>
              <a:endParaRPr sz="16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highlight>
                    <a:schemeClr val="dk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freeze &gt; requirements.txt</a:t>
              </a:r>
              <a:endParaRPr sz="16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15" name="Google Shape;115;p20"/>
            <p:cNvCxnSpPr>
              <a:stCxn id="114" idx="1"/>
            </p:cNvCxnSpPr>
            <p:nvPr/>
          </p:nvCxnSpPr>
          <p:spPr>
            <a:xfrm rot="10800000">
              <a:off x="2064766" y="2127575"/>
              <a:ext cx="1339200" cy="819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project structure for PyPI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2956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README.md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LICENSE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MANIFEST.in</a:t>
            </a:r>
            <a:endParaRPr sz="1900" b="1">
              <a:solidFill>
                <a:srgbClr val="98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myproject/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__init__.py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core.py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subpackage/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submodule/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tests/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22" name="Google Shape;122;p21"/>
          <p:cNvGrpSpPr/>
          <p:nvPr/>
        </p:nvGrpSpPr>
        <p:grpSpPr>
          <a:xfrm>
            <a:off x="3062861" y="2332075"/>
            <a:ext cx="5635577" cy="677100"/>
            <a:chOff x="2026895" y="1839850"/>
            <a:chExt cx="6961800" cy="677100"/>
          </a:xfrm>
        </p:grpSpPr>
        <p:sp>
          <p:nvSpPr>
            <p:cNvPr id="123" name="Google Shape;123;p21"/>
            <p:cNvSpPr txBox="1"/>
            <p:nvPr/>
          </p:nvSpPr>
          <p:spPr>
            <a:xfrm>
              <a:off x="3543095" y="1839850"/>
              <a:ext cx="544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Specify data and files that should also be packaged in addition to the Python modules</a:t>
              </a:r>
              <a:endParaRPr sz="16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24" name="Google Shape;124;p21"/>
            <p:cNvCxnSpPr>
              <a:stCxn id="123" idx="1"/>
            </p:cNvCxnSpPr>
            <p:nvPr/>
          </p:nvCxnSpPr>
          <p:spPr>
            <a:xfrm rot="10800000">
              <a:off x="2026895" y="2177800"/>
              <a:ext cx="1516200" cy="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Example 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https://github.com/UWDATA515/ci_example/blob/main/pyproject.toml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examples</a:t>
            </a: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 out existing Python packages. These may be more complicated: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https://github.com/numpy/numpy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https://github.com/pandas-dev/pandas</a:t>
            </a:r>
            <a:endParaRPr lang="en" u="sng" dirty="0">
              <a:solidFill>
                <a:schemeClr val="hlink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-US" dirty="0">
                <a:hlinkClick r:id="rId5"/>
              </a:rPr>
              <a:t>https://github.com/pylint-dev/pylint</a:t>
            </a:r>
            <a:endParaRPr lang="en-US" dirty="0"/>
          </a:p>
          <a:p>
            <a:pPr marL="0" lvl="0" indent="0">
              <a:spcBef>
                <a:spcPts val="1200"/>
              </a:spcBef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Submitting your package to PyPI</a:t>
            </a: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Update your code and version number. Run your test suites and ensure your code works as intended. Create a PyPI account if you don’t have one already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your source, and if desired, binary distribution: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$ python -m build</a:t>
            </a:r>
            <a:r>
              <a:rPr lang="en"/>
              <a:t>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twine</a:t>
            </a:r>
            <a:r>
              <a:rPr lang="en"/>
              <a:t> package to submit builds to PyPI.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(Can install using conda install twine, pip install twine, etc.)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$ twine upload dist/*</a:t>
            </a:r>
            <a:endParaRPr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6166050" y="2368650"/>
            <a:ext cx="2765400" cy="15534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85200C"/>
                </a:solidFill>
                <a:latin typeface="Courier New"/>
                <a:ea typeface="Courier New"/>
                <a:cs typeface="Courier New"/>
                <a:sym typeface="Courier New"/>
              </a:rPr>
              <a:t>NOT REQUIRED!</a:t>
            </a:r>
            <a:endParaRPr sz="2500" b="1">
              <a:solidFill>
                <a:srgbClr val="85200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Set up your project’s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pyproject.toml</a:t>
            </a:r>
            <a:r>
              <a:rPr lang="en"/>
              <a:t> file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https://setuptools.pypa.io/en/latest/userguide/index.html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Make sure it builds!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python -m build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(remember to install the build tools as part of your environment!)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Test it out!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Move the built tar.gz from dist to a folder outside your repo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Create a new (empty) conda environment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python3 -m pip install ./&lt;your-package-name&gt;.tar.gz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Try running python and try importing your modules and functions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602</Words>
  <Application>Microsoft Office PowerPoint</Application>
  <PresentationFormat>On-screen Show (16:9)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Simple Light</vt:lpstr>
      <vt:lpstr>Software Design for Data Science</vt:lpstr>
      <vt:lpstr>Class Updates</vt:lpstr>
      <vt:lpstr>Project Requirements: stuff we’ve learned</vt:lpstr>
      <vt:lpstr>Distributing a Python application </vt:lpstr>
      <vt:lpstr>PowerPoint Presentation</vt:lpstr>
      <vt:lpstr>PyPI</vt:lpstr>
      <vt:lpstr>Extending project structure for PyPI</vt:lpstr>
      <vt:lpstr>Extending project structure for PyPI</vt:lpstr>
      <vt:lpstr>Extending project structure for PyPI</vt:lpstr>
      <vt:lpstr>Example  pyproject.toml </vt:lpstr>
      <vt:lpstr>More examples</vt:lpstr>
      <vt:lpstr>Submitting your package to PyPI</vt:lpstr>
      <vt:lpstr>Exercise: Set up your project’s pyproject.toml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6</cp:revision>
  <dcterms:modified xsi:type="dcterms:W3CDTF">2026-03-03T01:42:57Z</dcterms:modified>
</cp:coreProperties>
</file>